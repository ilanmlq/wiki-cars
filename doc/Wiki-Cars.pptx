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58" r:id="rId5"/>
    <p:sldId id="268" r:id="rId6"/>
    <p:sldId id="259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199" autoAdjust="0"/>
  </p:normalViewPr>
  <p:slideViewPr>
    <p:cSldViewPr snapToGrid="0">
      <p:cViewPr varScale="1">
        <p:scale>
          <a:sx n="92" d="100"/>
          <a:sy n="92" d="100"/>
        </p:scale>
        <p:origin x="12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D991D9-EC0E-42FA-863F-7526A1ACD2FF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1CA6E6-C1B7-4352-903A-35F6C9E4A299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476864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CA6E6-C1B7-4352-903A-35F6C9E4A299}" type="slidenum">
              <a:rPr lang="fr-CH" smtClean="0"/>
              <a:t>2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860560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Rappel du cahier des charge </a:t>
            </a:r>
          </a:p>
          <a:p>
            <a:r>
              <a:rPr lang="fr-CH" dirty="0"/>
              <a:t>Site partage de véhicules avec d’autre passionnée</a:t>
            </a: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CA6E6-C1B7-4352-903A-35F6C9E4A299}" type="slidenum">
              <a:rPr lang="fr-CH" smtClean="0"/>
              <a:t>3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071910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Méthode de planification</a:t>
            </a:r>
          </a:p>
          <a:p>
            <a:pPr marL="171450" indent="-171450">
              <a:buFontTx/>
              <a:buChar char="-"/>
            </a:pPr>
            <a:r>
              <a:rPr lang="fr-CH" dirty="0"/>
              <a:t>s’informer</a:t>
            </a:r>
          </a:p>
          <a:p>
            <a:pPr marL="171450" indent="-171450">
              <a:buFontTx/>
              <a:buChar char="-"/>
            </a:pPr>
            <a:r>
              <a:rPr lang="fr-CH" dirty="0"/>
              <a:t>Planifier</a:t>
            </a:r>
          </a:p>
          <a:p>
            <a:pPr marL="171450" indent="-171450">
              <a:buFontTx/>
              <a:buChar char="-"/>
            </a:pPr>
            <a:r>
              <a:rPr lang="fr-CH" dirty="0"/>
              <a:t>Décider</a:t>
            </a:r>
          </a:p>
          <a:p>
            <a:pPr marL="171450" indent="-171450">
              <a:buFontTx/>
              <a:buChar char="-"/>
            </a:pPr>
            <a:r>
              <a:rPr lang="fr-CH" dirty="0"/>
              <a:t>Réaliser</a:t>
            </a:r>
          </a:p>
          <a:p>
            <a:pPr marL="171450" indent="-171450">
              <a:buFontTx/>
              <a:buChar char="-"/>
            </a:pPr>
            <a:r>
              <a:rPr lang="fr-CH" dirty="0"/>
              <a:t>Contrôler</a:t>
            </a:r>
          </a:p>
          <a:p>
            <a:pPr marL="171450" indent="-171450">
              <a:buFontTx/>
              <a:buChar char="-"/>
            </a:pPr>
            <a:r>
              <a:rPr lang="fr-CH" dirty="0"/>
              <a:t>Evaluer</a:t>
            </a:r>
          </a:p>
          <a:p>
            <a:pPr marL="0" indent="0">
              <a:buFontTx/>
              <a:buNone/>
            </a:pPr>
            <a:r>
              <a:rPr lang="fr-CH" dirty="0"/>
              <a:t>Versioning </a:t>
            </a:r>
          </a:p>
          <a:p>
            <a:pPr marL="0" indent="0">
              <a:buFontTx/>
              <a:buNone/>
            </a:pPr>
            <a:r>
              <a:rPr lang="fr-CH" dirty="0"/>
              <a:t>Backup </a:t>
            </a:r>
          </a:p>
          <a:p>
            <a:pPr marL="0" indent="0">
              <a:buFontTx/>
              <a:buNone/>
            </a:pPr>
            <a:r>
              <a:rPr lang="fr-CH" dirty="0" err="1"/>
              <a:t>Methode</a:t>
            </a:r>
            <a:r>
              <a:rPr lang="fr-CH" dirty="0"/>
              <a:t> 3 2 1 </a:t>
            </a:r>
          </a:p>
          <a:p>
            <a:pPr marL="0" indent="0">
              <a:buFontTx/>
              <a:buNone/>
            </a:pPr>
            <a:r>
              <a:rPr lang="fr-CH" dirty="0"/>
              <a:t>2 support externe disque et </a:t>
            </a:r>
            <a:r>
              <a:rPr lang="fr-CH" dirty="0" err="1"/>
              <a:t>usb</a:t>
            </a:r>
            <a:endParaRPr lang="fr-CH" dirty="0"/>
          </a:p>
          <a:p>
            <a:pPr marL="0" indent="0">
              <a:buFontTx/>
              <a:buNone/>
            </a:pPr>
            <a:r>
              <a:rPr lang="fr-CH" dirty="0"/>
              <a:t>1 a l’externe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CA6E6-C1B7-4352-903A-35F6C9E4A299}" type="slidenum">
              <a:rPr lang="fr-CH" smtClean="0"/>
              <a:t>4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753071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CA6E6-C1B7-4352-903A-35F6C9E4A299}" type="slidenum">
              <a:rPr lang="fr-CH" smtClean="0"/>
              <a:t>5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062326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 la fin montré une démo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CA6E6-C1B7-4352-903A-35F6C9E4A299}" type="slidenum">
              <a:rPr lang="fr-CH" smtClean="0"/>
              <a:t>6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578415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62EFBB-122C-5F26-92BD-D06D2BE93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C39FC9-3E33-CAC4-8459-70C3B1ECD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5C804D-9362-3BC9-490A-4A7BBDFC3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D79D-1C69-47B7-964E-4CD6FF8E1AE2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A6133C-BA03-87D2-49E4-79FD0581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46FEE8-84EB-A432-4B7D-05D5F1793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08AC-BBE8-4843-A4EA-1CA1FFD6BE0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054133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64413B-83E3-86B0-5E71-CABBC5BC3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327D31-9596-5708-6DEC-D2B5C63B7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AC4633-C94F-C157-46A0-C72D6B6C5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D79D-1C69-47B7-964E-4CD6FF8E1AE2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C90BF-6FE6-8969-4D1B-CFB5BE9D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CE396C-A108-FD54-E987-BE86AD4F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08AC-BBE8-4843-A4EA-1CA1FFD6BE0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82721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72E337-65B7-C7EE-A045-CD78F0EE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3D4E3F-6AE6-0D3E-0A22-0B0AC663F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95D204-7445-98C4-232F-D629186C5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D79D-1C69-47B7-964E-4CD6FF8E1AE2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1C62A7-B0B1-FF88-6E09-8E13D171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74862E-0A2A-A775-0997-AC228857F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08AC-BBE8-4843-A4EA-1CA1FFD6BE0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01308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9D4E31-D70A-975E-A0E5-7E57AF39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CDF698-662D-C4E0-15A2-5FF3E03D2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6023366-E602-415F-7A8A-2DCD30BDD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361D33C-FE42-4852-788B-B6D3B87B4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D79D-1C69-47B7-964E-4CD6FF8E1AE2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518BB5-C0EB-40A4-1C34-E228CE2E0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78AAD0-E20E-A542-1C3A-2C3282D9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08AC-BBE8-4843-A4EA-1CA1FFD6BE0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80521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16FEF6-3761-E7E0-55EB-F3550A79C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2AE8B1-3E30-F833-F7DF-D0219EA6F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65638E-6D5C-DC68-7AF7-DDB86FAFC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BBBE927-C3BA-2D2A-312E-78A48414F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B19B36C-03A2-465C-EC97-546E84A9E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50CE197-199A-1565-65AF-44DAC26B3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D79D-1C69-47B7-964E-4CD6FF8E1AE2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DD3320B-DB2B-F981-C8E2-06A1E3218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B7DE01D-7F13-E73D-E76A-AB3F5EDD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08AC-BBE8-4843-A4EA-1CA1FFD6BE0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93760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59868-E053-90E9-663F-3CE6BA8D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F1A6E46-4784-D61B-CEAD-AEBC461A3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D79D-1C69-47B7-964E-4CD6FF8E1AE2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6D10745-8F8F-FF08-42F8-256F9751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FFFB81-88B2-54F0-294E-04E42ACD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08AC-BBE8-4843-A4EA-1CA1FFD6BE0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750197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3479AC3-F244-C1FC-7B91-CE25A9D84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D79D-1C69-47B7-964E-4CD6FF8E1AE2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158DD40-7507-3640-AC6F-777E15B7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186F19-D134-A454-5B4E-F618864A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08AC-BBE8-4843-A4EA-1CA1FFD6BE0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01711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31B82A-CEA4-047A-B7CA-C4FFBED0C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9E743C-CDA2-8C41-21F6-FEEA56CEA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3F454C-2679-504F-CD5E-D6C084DB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43C5AD-9F9D-AFED-6E12-305749D9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D79D-1C69-47B7-964E-4CD6FF8E1AE2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6BEE9B-FA2D-270F-F80D-BEB436584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E6366D-E0EF-7709-AE4D-C9675551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08AC-BBE8-4843-A4EA-1CA1FFD6BE0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465651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884D3A-2E50-2B44-8DA7-2B64171EB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2B25FD5-CE64-E4E7-53F4-7A57E6449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2E9464-A851-1468-3BF1-530B2870D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7343BD-A30E-03F2-CC03-5E39D01D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D79D-1C69-47B7-964E-4CD6FF8E1AE2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6C86BC-C5F1-7073-8796-29413D39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36D28C-EE6F-0E87-1D03-DD961F42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08AC-BBE8-4843-A4EA-1CA1FFD6BE0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799068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AA345E-2FEE-74B1-BC88-C52C4799E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9E537A1-83A3-0B36-D9FA-4FC3C3E96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FB845A-55C7-E00F-B26C-A2E5A3107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D79D-1C69-47B7-964E-4CD6FF8E1AE2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9F2C3B-03B7-85E1-31F0-6C75FCAF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0F3E7E-838A-DD71-AC15-47B21CD91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08AC-BBE8-4843-A4EA-1CA1FFD6BE0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943339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C42CDF6-4352-CA5D-A75A-B0C4CC00F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F1B33B-A141-BA5A-F51B-CDE368ADC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E50400-98D9-FC65-9767-BCFDBD2D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D79D-1C69-47B7-964E-4CD6FF8E1AE2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1B74D0-E1B4-DECB-7815-5637379A7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EE7831-D661-7DCA-13AC-82D9D6D3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08AC-BBE8-4843-A4EA-1CA1FFD6BE0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377823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E58AB35-5C5A-238B-1EF8-5AF28230A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2BF64A-0C75-6FEE-D9EE-F6D584B59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4D192B-3903-12DA-2410-9568D0098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4D79D-1C69-47B7-964E-4CD6FF8E1AE2}" type="datetimeFigureOut">
              <a:rPr lang="fr-CH" smtClean="0"/>
              <a:t>25.05.2023</a:t>
            </a:fld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F03BF1-6CC6-710A-452C-ED67F2399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155902-0668-C9F1-1265-90B4C7BC0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408AC-BBE8-4843-A4EA-1CA1FFD6BE0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124429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2E881C6C-FAB0-C584-642C-D2891D90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fr-CH" sz="5200" dirty="0">
                <a:solidFill>
                  <a:schemeClr val="tx2"/>
                </a:solidFill>
              </a:rPr>
              <a:t>Wiki-Cars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2234A7A4-025A-A77C-A4A2-EA723FDA6524}"/>
              </a:ext>
            </a:extLst>
          </p:cNvPr>
          <p:cNvSpPr txBox="1">
            <a:spLocks/>
          </p:cNvSpPr>
          <p:nvPr/>
        </p:nvSpPr>
        <p:spPr>
          <a:xfrm>
            <a:off x="457" y="6588475"/>
            <a:ext cx="12191543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1400" dirty="0">
                <a:solidFill>
                  <a:schemeClr val="tx2"/>
                </a:solidFill>
              </a:rPr>
              <a:t>Ilan Maleq – Wiki-cars											              	 </a:t>
            </a:r>
          </a:p>
        </p:txBody>
      </p:sp>
    </p:spTree>
    <p:extLst>
      <p:ext uri="{BB962C8B-B14F-4D97-AF65-F5344CB8AC3E}">
        <p14:creationId xmlns:p14="http://schemas.microsoft.com/office/powerpoint/2010/main" val="290158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903400-13E3-7134-61E8-53830E3D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fr-CH" sz="3600">
                <a:solidFill>
                  <a:schemeClr val="tx2"/>
                </a:solidFill>
              </a:rPr>
              <a:t>Sommaire</a:t>
            </a:r>
            <a:endParaRPr lang="fr-CH" sz="3600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C820A5-CFB3-DA52-A9BA-3285FEDD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fr-CH" sz="1700" dirty="0">
                <a:solidFill>
                  <a:schemeClr val="tx2"/>
                </a:solidFill>
              </a:rPr>
              <a:t>Cahier des charges</a:t>
            </a:r>
          </a:p>
          <a:p>
            <a:r>
              <a:rPr lang="fr-CH" sz="1700" dirty="0">
                <a:solidFill>
                  <a:schemeClr val="tx2"/>
                </a:solidFill>
              </a:rPr>
              <a:t>Méthode utilisée</a:t>
            </a:r>
          </a:p>
          <a:p>
            <a:r>
              <a:rPr lang="fr-CH" sz="1700" dirty="0">
                <a:solidFill>
                  <a:schemeClr val="tx2"/>
                </a:solidFill>
              </a:rPr>
              <a:t>Comparaison des plannings</a:t>
            </a:r>
          </a:p>
          <a:p>
            <a:r>
              <a:rPr lang="fr-CH" sz="1700" dirty="0">
                <a:solidFill>
                  <a:schemeClr val="tx2"/>
                </a:solidFill>
              </a:rPr>
              <a:t>Analyse fonctionnelle</a:t>
            </a:r>
          </a:p>
          <a:p>
            <a:r>
              <a:rPr lang="fr-CH" sz="1700" dirty="0">
                <a:solidFill>
                  <a:schemeClr val="tx2"/>
                </a:solidFill>
              </a:rPr>
              <a:t>Démo</a:t>
            </a:r>
          </a:p>
          <a:p>
            <a:r>
              <a:rPr lang="fr-CH" sz="1700" dirty="0">
                <a:solidFill>
                  <a:schemeClr val="tx2"/>
                </a:solidFill>
              </a:rPr>
              <a:t>Analyse organique</a:t>
            </a:r>
          </a:p>
          <a:p>
            <a:r>
              <a:rPr lang="fr-CH" sz="1700" dirty="0">
                <a:solidFill>
                  <a:schemeClr val="tx2"/>
                </a:solidFill>
              </a:rPr>
              <a:t>Difficultés rencontrées</a:t>
            </a:r>
          </a:p>
          <a:p>
            <a:r>
              <a:rPr lang="fr-CH" sz="1700" dirty="0">
                <a:solidFill>
                  <a:schemeClr val="tx2"/>
                </a:solidFill>
              </a:rPr>
              <a:t>Améliorations possibles</a:t>
            </a:r>
          </a:p>
          <a:p>
            <a:r>
              <a:rPr lang="fr-CH" sz="1700" dirty="0">
                <a:solidFill>
                  <a:schemeClr val="tx2"/>
                </a:solidFill>
              </a:rPr>
              <a:t>Conclusion  </a:t>
            </a:r>
          </a:p>
          <a:p>
            <a:endParaRPr lang="fr-CH" sz="1700" dirty="0">
              <a:solidFill>
                <a:schemeClr val="tx2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ous-titre 2">
            <a:extLst>
              <a:ext uri="{FF2B5EF4-FFF2-40B4-BE49-F238E27FC236}">
                <a16:creationId xmlns:a16="http://schemas.microsoft.com/office/drawing/2014/main" id="{7CCE0AF9-4C80-46F7-6B45-2CB2E61BA375}"/>
              </a:ext>
            </a:extLst>
          </p:cNvPr>
          <p:cNvSpPr txBox="1">
            <a:spLocks/>
          </p:cNvSpPr>
          <p:nvPr/>
        </p:nvSpPr>
        <p:spPr>
          <a:xfrm>
            <a:off x="457" y="6588475"/>
            <a:ext cx="12191543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1400" dirty="0">
                <a:solidFill>
                  <a:schemeClr val="tx2"/>
                </a:solidFill>
              </a:rPr>
              <a:t>Ilan Maleq – Wiki-cars											              	2 </a:t>
            </a:r>
          </a:p>
        </p:txBody>
      </p:sp>
    </p:spTree>
    <p:extLst>
      <p:ext uri="{BB962C8B-B14F-4D97-AF65-F5344CB8AC3E}">
        <p14:creationId xmlns:p14="http://schemas.microsoft.com/office/powerpoint/2010/main" val="266896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AECD78C-6258-FABF-CB31-019378E2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fr-CH" sz="3600">
                <a:solidFill>
                  <a:schemeClr val="tx2"/>
                </a:solidFill>
              </a:rPr>
              <a:t>Cahier des charges</a:t>
            </a:r>
            <a:endParaRPr lang="fr-CH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D365DD-C545-09AF-0121-EB0019277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5" y="3329677"/>
            <a:ext cx="10198819" cy="3078999"/>
          </a:xfrm>
        </p:spPr>
        <p:txBody>
          <a:bodyPr>
            <a:normAutofit/>
          </a:bodyPr>
          <a:lstStyle/>
          <a:p>
            <a:r>
              <a:rPr lang="fr-CH" sz="1700">
                <a:solidFill>
                  <a:schemeClr val="tx2"/>
                </a:solidFill>
              </a:rPr>
              <a:t>PHP, CSS/HTMl, SQL</a:t>
            </a:r>
          </a:p>
          <a:p>
            <a:r>
              <a:rPr lang="fr-CH" sz="1700">
                <a:solidFill>
                  <a:schemeClr val="tx2"/>
                </a:solidFill>
              </a:rPr>
              <a:t>Architecture MVC </a:t>
            </a:r>
          </a:p>
          <a:p>
            <a:r>
              <a:rPr lang="fr-CH" sz="1700">
                <a:solidFill>
                  <a:schemeClr val="tx2"/>
                </a:solidFill>
              </a:rPr>
              <a:t>Fonctionnalité</a:t>
            </a:r>
          </a:p>
          <a:p>
            <a:pPr lvl="1"/>
            <a:r>
              <a:rPr lang="fr-CH" sz="1300">
                <a:solidFill>
                  <a:schemeClr val="tx2"/>
                </a:solidFill>
              </a:rPr>
              <a:t>Connecter</a:t>
            </a:r>
          </a:p>
          <a:p>
            <a:pPr lvl="1"/>
            <a:r>
              <a:rPr lang="fr-CH" sz="1300">
                <a:solidFill>
                  <a:schemeClr val="tx2"/>
                </a:solidFill>
              </a:rPr>
              <a:t>Inscrire </a:t>
            </a:r>
          </a:p>
          <a:p>
            <a:pPr lvl="1"/>
            <a:r>
              <a:rPr lang="fr-CH" sz="1300">
                <a:solidFill>
                  <a:schemeClr val="tx2"/>
                </a:solidFill>
              </a:rPr>
              <a:t>Créer une fiche</a:t>
            </a:r>
          </a:p>
          <a:p>
            <a:pPr lvl="1"/>
            <a:r>
              <a:rPr lang="fr-CH" sz="1300">
                <a:solidFill>
                  <a:schemeClr val="tx2"/>
                </a:solidFill>
              </a:rPr>
              <a:t>Ajouter au favoris</a:t>
            </a:r>
          </a:p>
          <a:p>
            <a:pPr lvl="1"/>
            <a:r>
              <a:rPr lang="fr-CH" sz="1300">
                <a:solidFill>
                  <a:schemeClr val="tx2"/>
                </a:solidFill>
              </a:rPr>
              <a:t>Duplique</a:t>
            </a:r>
          </a:p>
          <a:p>
            <a:pPr lvl="1"/>
            <a:r>
              <a:rPr lang="fr-CH" sz="1300">
                <a:solidFill>
                  <a:schemeClr val="tx2"/>
                </a:solidFill>
              </a:rPr>
              <a:t>Scenario administrateur</a:t>
            </a:r>
          </a:p>
          <a:p>
            <a:endParaRPr lang="fr-CH" sz="1700">
              <a:solidFill>
                <a:schemeClr val="tx2"/>
              </a:solidFill>
            </a:endParaRPr>
          </a:p>
          <a:p>
            <a:endParaRPr lang="fr-CH" sz="17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Sous-titre 2">
            <a:extLst>
              <a:ext uri="{FF2B5EF4-FFF2-40B4-BE49-F238E27FC236}">
                <a16:creationId xmlns:a16="http://schemas.microsoft.com/office/drawing/2014/main" id="{C04B3468-C6B9-6D52-5E9B-E14DE4FC6956}"/>
              </a:ext>
            </a:extLst>
          </p:cNvPr>
          <p:cNvSpPr txBox="1">
            <a:spLocks/>
          </p:cNvSpPr>
          <p:nvPr/>
        </p:nvSpPr>
        <p:spPr>
          <a:xfrm>
            <a:off x="457" y="6588475"/>
            <a:ext cx="12191543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1400">
                <a:solidFill>
                  <a:schemeClr val="tx2"/>
                </a:solidFill>
              </a:rPr>
              <a:t>Ilan Maleq – Wiki-cars											              	3 </a:t>
            </a:r>
            <a:endParaRPr lang="fr-CH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367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7B92C3-D6E4-4184-84A0-1F55B7F3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fr-CH" sz="3600" dirty="0">
                <a:solidFill>
                  <a:schemeClr val="tx2"/>
                </a:solidFill>
              </a:rPr>
              <a:t>Méthodes utilisée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E00AFC-70B2-6312-BDF4-5C7523533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fr-CH" sz="1700" dirty="0">
                <a:solidFill>
                  <a:schemeClr val="tx2"/>
                </a:solidFill>
              </a:rPr>
              <a:t>6 étapes</a:t>
            </a:r>
          </a:p>
          <a:p>
            <a:r>
              <a:rPr lang="fr-CH" sz="1700" dirty="0">
                <a:solidFill>
                  <a:schemeClr val="tx2"/>
                </a:solidFill>
              </a:rPr>
              <a:t>GitHub</a:t>
            </a:r>
          </a:p>
          <a:p>
            <a:r>
              <a:rPr lang="fr-CH" sz="1700" dirty="0">
                <a:solidFill>
                  <a:schemeClr val="tx2"/>
                </a:solidFill>
              </a:rPr>
              <a:t>Sauvegarde 3 2 1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E593F2AE-BC87-13C8-DF33-FDDF9EEEE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38773"/>
            <a:ext cx="12192000" cy="227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fr-FR" altLang="fr-FR" sz="14200" dirty="0">
                <a:latin typeface="Arial" panose="020B0604020202020204" pitchFamily="34" charset="0"/>
              </a:rPr>
              <a:t>    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B1A6288B-53DC-1438-2757-97BA6DA17E6E}"/>
              </a:ext>
            </a:extLst>
          </p:cNvPr>
          <p:cNvSpPr txBox="1">
            <a:spLocks/>
          </p:cNvSpPr>
          <p:nvPr/>
        </p:nvSpPr>
        <p:spPr>
          <a:xfrm>
            <a:off x="457" y="6588475"/>
            <a:ext cx="12191543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1400" dirty="0">
                <a:solidFill>
                  <a:schemeClr val="tx2"/>
                </a:solidFill>
              </a:rPr>
              <a:t>Ilan Maleq – Wiki-cars											              	4 </a:t>
            </a:r>
          </a:p>
        </p:txBody>
      </p:sp>
    </p:spTree>
    <p:extLst>
      <p:ext uri="{BB962C8B-B14F-4D97-AF65-F5344CB8AC3E}">
        <p14:creationId xmlns:p14="http://schemas.microsoft.com/office/powerpoint/2010/main" val="570421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7B92C3-D6E4-4184-84A0-1F55B7F3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4" y="226382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fr-CH" sz="3600" dirty="0">
                <a:solidFill>
                  <a:schemeClr val="tx2"/>
                </a:solidFill>
              </a:rPr>
              <a:t>Comparaison des plannings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4A31DBD4-24EB-3F28-ED07-C0A5987EA2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910323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974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29481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Avance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Retard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457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r-CH" dirty="0"/>
                        <a:t>HTML/CSS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H" dirty="0"/>
                        <a:t>Ajout au favoris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60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dirty="0"/>
                        <a:t>Modification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612884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E593F2AE-BC87-13C8-DF33-FDDF9EEEE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38773"/>
            <a:ext cx="12192000" cy="227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fr-FR" altLang="fr-FR" sz="14200" dirty="0">
                <a:latin typeface="Arial" panose="020B0604020202020204" pitchFamily="34" charset="0"/>
              </a:rPr>
              <a:t>    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B1A6288B-53DC-1438-2757-97BA6DA17E6E}"/>
              </a:ext>
            </a:extLst>
          </p:cNvPr>
          <p:cNvSpPr txBox="1">
            <a:spLocks/>
          </p:cNvSpPr>
          <p:nvPr/>
        </p:nvSpPr>
        <p:spPr>
          <a:xfrm>
            <a:off x="457" y="6588475"/>
            <a:ext cx="12191543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1400" dirty="0">
                <a:solidFill>
                  <a:schemeClr val="tx2"/>
                </a:solidFill>
              </a:rPr>
              <a:t>Ilan Maleq – Wiki-cars											              	5 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0635611F-2BB6-F4EC-49D3-C0F9BD3D7FA7}"/>
              </a:ext>
            </a:extLst>
          </p:cNvPr>
          <p:cNvSpPr txBox="1">
            <a:spLocks/>
          </p:cNvSpPr>
          <p:nvPr/>
        </p:nvSpPr>
        <p:spPr>
          <a:xfrm>
            <a:off x="1179226" y="3329677"/>
            <a:ext cx="9833548" cy="2457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1700" dirty="0">
                <a:solidFill>
                  <a:schemeClr val="tx2"/>
                </a:solidFill>
              </a:rPr>
              <a:t>Sinon peu de retard </a:t>
            </a:r>
          </a:p>
          <a:p>
            <a:r>
              <a:rPr lang="fr-CH" sz="1700" dirty="0">
                <a:solidFill>
                  <a:schemeClr val="tx2"/>
                </a:solidFill>
              </a:rPr>
              <a:t>Oublie de la barre de recherche</a:t>
            </a:r>
          </a:p>
        </p:txBody>
      </p:sp>
    </p:spTree>
    <p:extLst>
      <p:ext uri="{BB962C8B-B14F-4D97-AF65-F5344CB8AC3E}">
        <p14:creationId xmlns:p14="http://schemas.microsoft.com/office/powerpoint/2010/main" val="4020528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F5B478-B25D-C403-257E-1B945D09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153" y="-660295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fr-CH" sz="3600" dirty="0">
                <a:solidFill>
                  <a:schemeClr val="tx2"/>
                </a:solidFill>
              </a:rPr>
              <a:t>	Analyse fonctionnelle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Sous-titre 2">
            <a:extLst>
              <a:ext uri="{FF2B5EF4-FFF2-40B4-BE49-F238E27FC236}">
                <a16:creationId xmlns:a16="http://schemas.microsoft.com/office/drawing/2014/main" id="{635F78D8-1652-5F9F-DF2D-5C5AC0082161}"/>
              </a:ext>
            </a:extLst>
          </p:cNvPr>
          <p:cNvSpPr txBox="1">
            <a:spLocks/>
          </p:cNvSpPr>
          <p:nvPr/>
        </p:nvSpPr>
        <p:spPr>
          <a:xfrm>
            <a:off x="457" y="6588475"/>
            <a:ext cx="12191543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1400" dirty="0">
                <a:solidFill>
                  <a:schemeClr val="tx2"/>
                </a:solidFill>
              </a:rPr>
              <a:t>Ilan Maleq – Wiki-cars											              	6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7BB3995-8159-BCA3-23AF-29D5EE860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16" y="985260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8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5626A26-2619-E6B4-6614-5671DCD5F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-615943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fr-CH" sz="3600">
                <a:solidFill>
                  <a:schemeClr val="tx2"/>
                </a:solidFill>
              </a:rPr>
              <a:t>Analyse organique</a:t>
            </a:r>
            <a:endParaRPr lang="fr-CH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8C603AF3-42EB-C1A8-80DE-835EEF8AE816}"/>
              </a:ext>
            </a:extLst>
          </p:cNvPr>
          <p:cNvSpPr txBox="1">
            <a:spLocks/>
          </p:cNvSpPr>
          <p:nvPr/>
        </p:nvSpPr>
        <p:spPr>
          <a:xfrm>
            <a:off x="355975" y="2769542"/>
            <a:ext cx="9833548" cy="2457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1700">
                <a:solidFill>
                  <a:schemeClr val="tx2"/>
                </a:solidFill>
              </a:rPr>
              <a:t>Base de données</a:t>
            </a:r>
          </a:p>
          <a:p>
            <a:r>
              <a:rPr lang="fr-CH" sz="1700">
                <a:solidFill>
                  <a:schemeClr val="tx2"/>
                </a:solidFill>
              </a:rPr>
              <a:t>MVC</a:t>
            </a:r>
          </a:p>
          <a:p>
            <a:r>
              <a:rPr lang="fr-CH" sz="1700">
                <a:solidFill>
                  <a:schemeClr val="tx2"/>
                </a:solidFill>
              </a:rPr>
              <a:t>Bootstrap</a:t>
            </a:r>
            <a:endParaRPr lang="fr-CH" sz="1700" dirty="0">
              <a:solidFill>
                <a:schemeClr val="tx2"/>
              </a:solidFill>
            </a:endParaRPr>
          </a:p>
        </p:txBody>
      </p:sp>
      <p:pic>
        <p:nvPicPr>
          <p:cNvPr id="9" name="Espace réservé du contenu 8" descr="Une image contenant texte, capture d’écran, diagramme, Police&#10;&#10;Description générée automatiquement">
            <a:extLst>
              <a:ext uri="{FF2B5EF4-FFF2-40B4-BE49-F238E27FC236}">
                <a16:creationId xmlns:a16="http://schemas.microsoft.com/office/drawing/2014/main" id="{04FC1087-F33C-4ADB-927A-86A275819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759" y="896768"/>
            <a:ext cx="4308708" cy="5558677"/>
          </a:xfrm>
        </p:spPr>
      </p:pic>
      <p:pic>
        <p:nvPicPr>
          <p:cNvPr id="17" name="Image 16" descr="Une image contenant text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56CA629D-A916-8723-1059-EF9FD127E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185" y="2430753"/>
            <a:ext cx="5126421" cy="2341066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6DA48898-D341-3207-CEC8-DFFE932D2C66}"/>
              </a:ext>
            </a:extLst>
          </p:cNvPr>
          <p:cNvSpPr txBox="1">
            <a:spLocks/>
          </p:cNvSpPr>
          <p:nvPr/>
        </p:nvSpPr>
        <p:spPr>
          <a:xfrm>
            <a:off x="457" y="6588475"/>
            <a:ext cx="12191543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1400" dirty="0">
                <a:solidFill>
                  <a:schemeClr val="tx2"/>
                </a:solidFill>
              </a:rPr>
              <a:t>Ilan Maleq – Wiki-cars											              	7 </a:t>
            </a:r>
          </a:p>
        </p:txBody>
      </p:sp>
    </p:spTree>
    <p:extLst>
      <p:ext uri="{BB962C8B-B14F-4D97-AF65-F5344CB8AC3E}">
        <p14:creationId xmlns:p14="http://schemas.microsoft.com/office/powerpoint/2010/main" val="3123844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CE4823E-F007-BBE2-32AF-CEDFA93D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51044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fr-CH" sz="3600" dirty="0">
                <a:solidFill>
                  <a:schemeClr val="tx2"/>
                </a:solidFill>
              </a:rPr>
              <a:t>Difficultés rencontrées	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39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768080-F8B5-17CC-168A-0F42D922A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fr-CH" sz="1800" dirty="0">
                <a:solidFill>
                  <a:schemeClr val="tx2"/>
                </a:solidFill>
              </a:rPr>
              <a:t>Barre de recherche</a:t>
            </a:r>
          </a:p>
          <a:p>
            <a:r>
              <a:rPr lang="fr-CH" sz="1800" dirty="0">
                <a:solidFill>
                  <a:schemeClr val="tx2"/>
                </a:solidFill>
              </a:rPr>
              <a:t>Modification</a:t>
            </a:r>
          </a:p>
          <a:p>
            <a:r>
              <a:rPr lang="fr-CH" sz="1800" dirty="0">
                <a:solidFill>
                  <a:schemeClr val="tx2"/>
                </a:solidFill>
              </a:rPr>
              <a:t>Duplication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3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Sous-titre 2">
            <a:extLst>
              <a:ext uri="{FF2B5EF4-FFF2-40B4-BE49-F238E27FC236}">
                <a16:creationId xmlns:a16="http://schemas.microsoft.com/office/drawing/2014/main" id="{EA3A6E0B-C7E3-2E8C-B065-19C8BA976018}"/>
              </a:ext>
            </a:extLst>
          </p:cNvPr>
          <p:cNvSpPr txBox="1">
            <a:spLocks/>
          </p:cNvSpPr>
          <p:nvPr/>
        </p:nvSpPr>
        <p:spPr>
          <a:xfrm>
            <a:off x="457" y="6588475"/>
            <a:ext cx="12191543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1400" dirty="0">
                <a:solidFill>
                  <a:schemeClr val="tx2"/>
                </a:solidFill>
              </a:rPr>
              <a:t>Ilan Maleq – Wiki-cars											              	8 </a:t>
            </a:r>
          </a:p>
        </p:txBody>
      </p:sp>
    </p:spTree>
    <p:extLst>
      <p:ext uri="{BB962C8B-B14F-4D97-AF65-F5344CB8AC3E}">
        <p14:creationId xmlns:p14="http://schemas.microsoft.com/office/powerpoint/2010/main" val="2523623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E2B354-7B3C-EE0F-1405-5F312B4B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fr-CH" sz="3600" dirty="0">
                <a:solidFill>
                  <a:schemeClr val="tx2"/>
                </a:solidFill>
              </a:rPr>
              <a:t>Améliorations possibles</a:t>
            </a:r>
          </a:p>
        </p:txBody>
      </p:sp>
      <p:grpSp>
        <p:nvGrpSpPr>
          <p:cNvPr id="25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762D5E-82D5-ACE9-F72C-AD8A1907F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fr-CH" sz="1800" dirty="0">
                <a:solidFill>
                  <a:schemeClr val="tx2"/>
                </a:solidFill>
              </a:rPr>
              <a:t>Barre de recherche </a:t>
            </a:r>
          </a:p>
          <a:p>
            <a:r>
              <a:rPr lang="fr-CH" sz="1800" dirty="0">
                <a:solidFill>
                  <a:schemeClr val="tx2"/>
                </a:solidFill>
              </a:rPr>
              <a:t>Système d’envoie de mail pour plus de sécurité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Sous-titre 2">
            <a:extLst>
              <a:ext uri="{FF2B5EF4-FFF2-40B4-BE49-F238E27FC236}">
                <a16:creationId xmlns:a16="http://schemas.microsoft.com/office/drawing/2014/main" id="{4D791633-9896-EEFA-2AD8-80F4865A9ACB}"/>
              </a:ext>
            </a:extLst>
          </p:cNvPr>
          <p:cNvSpPr txBox="1">
            <a:spLocks/>
          </p:cNvSpPr>
          <p:nvPr/>
        </p:nvSpPr>
        <p:spPr>
          <a:xfrm>
            <a:off x="457" y="6588475"/>
            <a:ext cx="12191543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1400" dirty="0">
                <a:solidFill>
                  <a:schemeClr val="tx2"/>
                </a:solidFill>
              </a:rPr>
              <a:t>Ilan Maleq – Wiki-cars											              	9 </a:t>
            </a:r>
          </a:p>
        </p:txBody>
      </p:sp>
    </p:spTree>
    <p:extLst>
      <p:ext uri="{BB962C8B-B14F-4D97-AF65-F5344CB8AC3E}">
        <p14:creationId xmlns:p14="http://schemas.microsoft.com/office/powerpoint/2010/main" val="4227642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6A3D447-615F-2210-C797-827BF41F0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fr-CH" sz="3600" dirty="0">
                <a:solidFill>
                  <a:schemeClr val="tx2"/>
                </a:solidFill>
              </a:rPr>
              <a:t>Conclusion</a:t>
            </a:r>
          </a:p>
        </p:txBody>
      </p:sp>
      <p:grpSp>
        <p:nvGrpSpPr>
          <p:cNvPr id="25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AC9083-FC89-11B2-77EC-A15DB509A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fr-CH" sz="1800" dirty="0">
                <a:solidFill>
                  <a:schemeClr val="tx2"/>
                </a:solidFill>
              </a:rPr>
              <a:t>Cahiers des charges rempli</a:t>
            </a:r>
          </a:p>
          <a:p>
            <a:r>
              <a:rPr lang="fr-CH" sz="1800" dirty="0">
                <a:solidFill>
                  <a:schemeClr val="tx2"/>
                </a:solidFill>
              </a:rPr>
              <a:t>Site fonctionnel </a:t>
            </a:r>
          </a:p>
          <a:p>
            <a:r>
              <a:rPr lang="fr-CH" sz="1800" dirty="0">
                <a:solidFill>
                  <a:schemeClr val="tx2"/>
                </a:solidFill>
              </a:rPr>
              <a:t>Satisfait du travail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Sous-titre 2">
            <a:extLst>
              <a:ext uri="{FF2B5EF4-FFF2-40B4-BE49-F238E27FC236}">
                <a16:creationId xmlns:a16="http://schemas.microsoft.com/office/drawing/2014/main" id="{F3BA0E39-B142-89B8-541A-40B4FD0D9793}"/>
              </a:ext>
            </a:extLst>
          </p:cNvPr>
          <p:cNvSpPr txBox="1">
            <a:spLocks/>
          </p:cNvSpPr>
          <p:nvPr/>
        </p:nvSpPr>
        <p:spPr>
          <a:xfrm>
            <a:off x="457" y="6588475"/>
            <a:ext cx="12191543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1400" dirty="0">
                <a:solidFill>
                  <a:schemeClr val="tx2"/>
                </a:solidFill>
              </a:rPr>
              <a:t>Ilan Maleq – Wiki-cars											                     10 </a:t>
            </a:r>
          </a:p>
        </p:txBody>
      </p:sp>
    </p:spTree>
    <p:extLst>
      <p:ext uri="{BB962C8B-B14F-4D97-AF65-F5344CB8AC3E}">
        <p14:creationId xmlns:p14="http://schemas.microsoft.com/office/powerpoint/2010/main" val="26156201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346</Words>
  <Application>Microsoft Office PowerPoint</Application>
  <PresentationFormat>Grand écran</PresentationFormat>
  <Paragraphs>83</Paragraphs>
  <Slides>10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Wiki-Cars</vt:lpstr>
      <vt:lpstr>Sommaire</vt:lpstr>
      <vt:lpstr>Cahier des charges</vt:lpstr>
      <vt:lpstr>Méthodes utilisée</vt:lpstr>
      <vt:lpstr>Comparaison des plannings</vt:lpstr>
      <vt:lpstr> Analyse fonctionnelle </vt:lpstr>
      <vt:lpstr>Analyse organique</vt:lpstr>
      <vt:lpstr>Difficultés rencontrées </vt:lpstr>
      <vt:lpstr>Améliorations possibles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Wiki-Cars</dc:title>
  <dc:creator>ILAN MLQ</dc:creator>
  <cp:lastModifiedBy>ILAN MLQ</cp:lastModifiedBy>
  <cp:revision>11</cp:revision>
  <dcterms:created xsi:type="dcterms:W3CDTF">2023-05-22T05:55:28Z</dcterms:created>
  <dcterms:modified xsi:type="dcterms:W3CDTF">2023-05-25T09:42:02Z</dcterms:modified>
</cp:coreProperties>
</file>